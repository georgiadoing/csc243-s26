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B"/>
    <a:srgbClr val="FDFFF5"/>
    <a:srgbClr val="FFFFFE"/>
    <a:srgbClr val="9B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 autoAdjust="0"/>
    <p:restoredTop sz="94694" autoAdjust="0"/>
  </p:normalViewPr>
  <p:slideViewPr>
    <p:cSldViewPr snapToGrid="0" snapToObjects="1">
      <p:cViewPr varScale="1">
        <p:scale>
          <a:sx n="169" d="100"/>
          <a:sy n="169" d="100"/>
        </p:scale>
        <p:origin x="184" y="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4304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01383"/>
            <a:ext cx="4038600" cy="289323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1383"/>
            <a:ext cx="4038600" cy="28932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73620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61148"/>
            <a:ext cx="4040188" cy="25334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73620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61146"/>
            <a:ext cx="4041775" cy="25334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4498"/>
            <a:ext cx="3008313" cy="364292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738859"/>
            <a:ext cx="5111750" cy="285576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8859"/>
            <a:ext cx="3008313" cy="285576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43049"/>
            <a:ext cx="5486400" cy="200263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329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61541"/>
            <a:ext cx="2057400" cy="313308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61541"/>
            <a:ext cx="6019800" cy="31330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venir Book" panose="02000503020000020003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7C9D60D8-FE13-7A5F-1388-42340999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56413"/>
            <a:ext cx="8229600" cy="2938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venir Book" panose="02000503020000020003" pitchFamily="2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aching_template2" id="{CBC56AD8-951C-2944-A4E3-F767E8CAE259}" vid="{30215DE4-107A-5045-906F-05FEE4F28A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Book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Doing, Georgia</dc:creator>
  <cp:lastModifiedBy>Doing, Georgia</cp:lastModifiedBy>
  <cp:revision>3</cp:revision>
  <dcterms:created xsi:type="dcterms:W3CDTF">2025-12-28T17:34:30Z</dcterms:created>
  <dcterms:modified xsi:type="dcterms:W3CDTF">2026-04-20T02:18:22Z</dcterms:modified>
</cp:coreProperties>
</file>